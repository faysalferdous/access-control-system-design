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Bangladesh Navy – Access Control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Facial Recognition + Liveness Demo</a:t>
            </a:r>
          </a:p>
          <a:p>
            <a:r>
              <a:t>• Laptop Webcam Only</a:t>
            </a:r>
          </a:p>
          <a:p>
            <a:r>
              <a:t>• Python + OpenCV + MediaPipe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Card Scan (ONO/PNO)</a:t>
            </a:r>
          </a:p>
          <a:p>
            <a:r>
              <a:t>• Local Photo Lookup</a:t>
            </a:r>
          </a:p>
          <a:p>
            <a:r>
              <a:t>• Liveness Check</a:t>
            </a:r>
          </a:p>
          <a:p>
            <a:r>
              <a:t>• Face Verification</a:t>
            </a:r>
          </a:p>
          <a:p>
            <a:r>
              <a:t>• Grant / Deny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Removed cv2.imshow()</a:t>
            </a:r>
          </a:p>
          <a:p>
            <a:r>
              <a:t>• Embedded camera preview</a:t>
            </a:r>
          </a:p>
          <a:p>
            <a:r>
              <a:t>• Non-blocking Tkinter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Encrypted embeddings</a:t>
            </a:r>
          </a:p>
          <a:p>
            <a:r>
              <a:t>• Hardware relay</a:t>
            </a:r>
          </a:p>
          <a:p>
            <a:r>
              <a:t>• Central server</a:t>
            </a:r>
          </a:p>
          <a:p>
            <a:r>
              <a:t>• Kiosk mode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